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4091-CEAD-1836-09F2-0A8911843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B78C6-0D46-363F-9AE8-5259FB8E5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0E12-3EA4-F762-5448-A5539D3C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FA37F-1F69-0FB9-3012-E48F6A4C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71396-065C-D8AE-6795-03DA442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9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720E-EC3B-EAAD-F7F4-784791B1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5D3DB-55FF-8469-E713-C72765336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7908-556A-1C68-FB4C-3DCBCDA4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5C16B-A8B2-652F-2D3D-CAEFB812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5D199-4FBD-19B3-7174-054F0DD2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3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D7BEF-69BB-3068-585A-F751F3BB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E019F-7BEA-665D-29A3-9C4E07DF2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FB2CE-8D70-F3F9-D2BE-A20F73BF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AFF1A-9763-3BFB-341E-FF588CE0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4DADB-CA50-49B2-731D-A889398FA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8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CAE2-0B74-68A3-F28B-F4DE3931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26907-1141-DC5B-60A2-23D7C07EC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067E0-2BF7-B6DD-69C3-FD59EA0D8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4C4E5-3887-E43A-F111-5EEF7108B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B4D4A-8CA9-86FE-419E-EA16A96A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78D36-53B8-F0F8-7D2C-7D8E3283A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3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B8C2B-7AFD-E5E2-5AC0-84186F7D0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49612-211B-25B1-D6E6-15A552EDC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DEB95-9FD7-4D39-5DD5-57D780BCD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E8636E-C9C9-A527-97C4-5D7A565C2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D07F3-2ED3-EC75-F1C5-B4337CEFE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9E63E-ECD5-F34B-F3A8-C6BF9576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4A8CB9-D227-4081-2AC4-D56389FF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31D51C-6CF9-56A9-D291-DD5ECDEA5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4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A762-A0F8-0CAE-D809-74DB790B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56D84E-7382-80CD-FCE6-33062D27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1CDFE-F712-701F-7915-14CF3C6F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36A62-9CB3-166F-551B-B4C8C747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4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47F2C-9677-2C25-ED64-01A453DB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E066C-6E9A-95F5-0189-EE5F0E84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18F9A-C33E-9506-EA32-FBC6AE76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4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92F6-44FE-AB6B-FE9E-3A82E90C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5DDF1-8C5F-758D-2DE6-9218545F6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D7ADA-0205-7197-153A-3BCF233BA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26B0B-40F2-A6BC-A8E1-AB5A43C0B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2FE1F-AE8A-560B-4431-20656BCF3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DC29C-52A1-6AC5-1DE6-CA143656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3CC1-17C4-8F45-5996-C17CEFFE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20CA36-1FE2-53EB-15D5-C7F7094C9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EAD2D-391A-5751-56EE-CE765CBC5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99623-F2F0-4C99-57E0-2946C68FB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B5D17-B437-28B9-E558-B74DE45A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26E57-1684-7E10-CCA5-DABCF488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322F-995D-186A-9C9B-A5F9969F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E7B87-F4D2-59AA-C100-3F941C460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7C320-C83F-A0D2-D432-7FCBC7E27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0F650-A9A1-0204-5D01-65D722B1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83A0-632B-A22E-0A2E-0F6632B8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8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96E6B-55F9-FD20-1165-C929FF02E8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B071F-7EE0-C6DC-2B5C-2FF5ACCAF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0A436-DC14-7468-3705-7C079720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EF8D5-9E51-C737-7DF4-D19ED886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1DAFC-4727-D0D6-F2FE-CA65DA96A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29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EFE24-CF9C-C428-C71E-DAB3FA09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03739-A5D3-EB60-9659-45973884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C23AE-8CC5-FD09-01A9-028ABCF1B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85F8C-1D38-7C4A-827B-48D41FAA6C7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FB40F-8F4E-E5D5-4500-51E21BD36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29C8B-027B-2737-1C0B-B0A3644A5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67475-6F88-9A46-A3C2-E9E0008E02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19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298AA-F69A-0A09-0703-46081FC13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2550" y="1562669"/>
            <a:ext cx="5636113" cy="2456597"/>
          </a:xfrm>
        </p:spPr>
        <p:txBody>
          <a:bodyPr anchor="b">
            <a:normAutofit/>
          </a:bodyPr>
          <a:lstStyle/>
          <a:p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Week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67436-92B1-709D-8914-E5A7CAB0A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9309" y="4298722"/>
            <a:ext cx="4678086" cy="1148885"/>
          </a:xfrm>
        </p:spPr>
        <p:txBody>
          <a:bodyPr anchor="t">
            <a:normAutofit/>
          </a:bodyPr>
          <a:lstStyle/>
          <a:p>
            <a:r>
              <a:rPr lang="en-US" sz="1800">
                <a:solidFill>
                  <a:schemeClr val="tx1">
                    <a:lumMod val="85000"/>
                    <a:lumOff val="15000"/>
                  </a:schemeClr>
                </a:solidFill>
              </a:rPr>
              <a:t>Fangge Zhu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0212E8DC-5756-7BE8-9FAA-C2DC39BE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256" b="-1"/>
          <a:stretch>
            <a:fillRect/>
          </a:stretch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267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CA9D3B-84F7-D557-7379-F5F450C6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Major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BE450-FDAC-7444-427A-0BD7B6C7F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3100" dirty="0"/>
              <a:t>During this time, I tidied up the Organic and Trash datasets. All images were renamed and converted to JPG format. Then, I used Laplacian variance to filter out blurry images and trying to filter images containing multiple objects.</a:t>
            </a:r>
          </a:p>
        </p:txBody>
      </p:sp>
    </p:spTree>
    <p:extLst>
      <p:ext uri="{BB962C8B-B14F-4D97-AF65-F5344CB8AC3E}">
        <p14:creationId xmlns:p14="http://schemas.microsoft.com/office/powerpoint/2010/main" val="350636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0C82B-8F62-0FA8-7DA0-EE579599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6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About Blurry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D4EB-8008-F63C-3B6D-D6732540A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72" y="2285996"/>
            <a:ext cx="10083255" cy="3684900"/>
          </a:xfrm>
        </p:spPr>
        <p:txBody>
          <a:bodyPr anchor="ctr">
            <a:noAutofit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 used the Laplacian variance method in OpenCV for blur filtering. Images below the threshold are removed from the accepted folder. Because I have too many organic images and too few trash images, I assigned different thresholds to the two categories. The threshold is stricter for organic detection to ensure an appropriate number of images for both categories.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7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AEFA2-30E2-01C3-7B6C-2EB3E8EF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6100"/>
              <a:t>About Multi-Object Filter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9B68C-EF3C-48ED-7EAD-5F7A2B670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164" y="2363956"/>
            <a:ext cx="9074856" cy="2800395"/>
          </a:xfrm>
        </p:spPr>
        <p:txBody>
          <a:bodyPr anchor="t">
            <a:noAutofit/>
          </a:bodyPr>
          <a:lstStyle/>
          <a:p>
            <a:r>
              <a:rPr lang="en-US" sz="2600" dirty="0"/>
              <a:t>I tried two methods for multi-object detection. The first method is a contour-based approach, it counts objects by detecting shapes and applying an area threshold. The second method uses a pre-trained YOLO model. It detects images and divides bounding boxes to determine the number of objects.</a:t>
            </a:r>
            <a:endParaRPr lang="zh-CN" altLang="en-US" sz="2600" dirty="0"/>
          </a:p>
          <a:p>
            <a:r>
              <a:rPr lang="en-US" sz="2600" dirty="0"/>
              <a:t>Many images of organic objects include complex backgrounds, overlapping, or small pieces of material. This increases noise.</a:t>
            </a:r>
          </a:p>
        </p:txBody>
      </p:sp>
    </p:spTree>
    <p:extLst>
      <p:ext uri="{BB962C8B-B14F-4D97-AF65-F5344CB8AC3E}">
        <p14:creationId xmlns:p14="http://schemas.microsoft.com/office/powerpoint/2010/main" val="394833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78099-4FAF-4716-234A-8BDC61A10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Improvement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96B5E-7138-C197-5BB6-5C5F9F8EC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60322"/>
            <a:ext cx="9941319" cy="3634110"/>
          </a:xfrm>
        </p:spPr>
        <p:txBody>
          <a:bodyPr anchor="ctr">
            <a:noAutofit/>
          </a:bodyPr>
          <a:lstStyle/>
          <a:p>
            <a:r>
              <a:rPr lang="en-US" sz="2700" dirty="0"/>
              <a:t>For contour-based methods, I will improve the way I clean up the image and try using different area ratio thresholds.</a:t>
            </a:r>
          </a:p>
          <a:p>
            <a:r>
              <a:rPr lang="en-US" sz="2700" dirty="0"/>
              <a:t>For the YOLO method, I will tune a few key detection settings, mainly the confidence threshold and the overlap threshold. </a:t>
            </a:r>
          </a:p>
          <a:p>
            <a:r>
              <a:rPr lang="en-US" sz="2700" dirty="0"/>
              <a:t>Continue communicate with the other members of my group to find more solutions.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19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97FF4-920E-3458-B78A-FF0A0C07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Personal plans for the remaining weeks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E8C81-7C13-F781-A281-1C1D24C69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000" b="1" dirty="0"/>
              <a:t>Week 6 (Feb 26):</a:t>
            </a:r>
          </a:p>
          <a:p>
            <a:r>
              <a:rPr lang="en-US" sz="2000" dirty="0"/>
              <a:t>Improve multi-object filtering. </a:t>
            </a:r>
          </a:p>
          <a:p>
            <a:r>
              <a:rPr lang="en-US" sz="2000" dirty="0"/>
              <a:t>Try different contour detection methods.</a:t>
            </a:r>
          </a:p>
          <a:p>
            <a:r>
              <a:rPr lang="en-US" sz="2000" dirty="0"/>
              <a:t>Adjust YOLO confidence and overlap parameters.</a:t>
            </a:r>
          </a:p>
          <a:p>
            <a:r>
              <a:rPr lang="en-US" sz="2000" dirty="0"/>
              <a:t>Find more methods</a:t>
            </a:r>
          </a:p>
          <a:p>
            <a:r>
              <a:rPr lang="en-US" sz="2000" b="1" dirty="0"/>
              <a:t>Week 7 (March 5):</a:t>
            </a:r>
          </a:p>
          <a:p>
            <a:r>
              <a:rPr lang="en-US" sz="2000" dirty="0"/>
              <a:t>Add new own images to improve dataset diversity and filter them.</a:t>
            </a:r>
          </a:p>
          <a:p>
            <a:r>
              <a:rPr lang="en-US" sz="2000" b="1" dirty="0"/>
              <a:t>Week 8 (March 12): </a:t>
            </a:r>
          </a:p>
          <a:p>
            <a:r>
              <a:rPr lang="en-US" sz="2000" dirty="0"/>
              <a:t>Based on the model's training results, identify problems with the dataset and continue to improve it.</a:t>
            </a:r>
          </a:p>
        </p:txBody>
      </p:sp>
    </p:spTree>
    <p:extLst>
      <p:ext uri="{BB962C8B-B14F-4D97-AF65-F5344CB8AC3E}">
        <p14:creationId xmlns:p14="http://schemas.microsoft.com/office/powerpoint/2010/main" val="425528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Week Summary</vt:lpstr>
      <vt:lpstr>Major Progress</vt:lpstr>
      <vt:lpstr>About Blurry Filter</vt:lpstr>
      <vt:lpstr>About Multi-Object Filter </vt:lpstr>
      <vt:lpstr>Improvement Plan</vt:lpstr>
      <vt:lpstr>Personal plans for the remaining weeks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Summary</dc:title>
  <dc:creator>Fangge Zhu (753307)</dc:creator>
  <cp:lastModifiedBy>Fangge Zhu (753307)</cp:lastModifiedBy>
  <cp:revision>2</cp:revision>
  <dcterms:created xsi:type="dcterms:W3CDTF">2026-02-26T05:55:17Z</dcterms:created>
  <dcterms:modified xsi:type="dcterms:W3CDTF">2026-02-26T22:08:54Z</dcterms:modified>
</cp:coreProperties>
</file>